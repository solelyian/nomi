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1 : </a:t>
            </a:r>
            <a:r>
              <a:t>revue commerciale</a:t>
            </a:r>
          </a:p>
          <a:p>
            <a:r>
              <a:t>Avril : 120 commandes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2 : </a:t>
            </a:r>
            <a:r>
              <a:t>revue commerciale</a:t>
            </a:r>
          </a:p>
          <a:p>
            <a:r>
              <a:t>Mai : 150 commandes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3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4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5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6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7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8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9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10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11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Étape 12 : </a:t>
            </a:r>
            <a:r>
              <a:t>revue commerciale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